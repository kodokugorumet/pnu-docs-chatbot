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3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98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사용자 지정</PresentationFormat>
  <Paragraphs>13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불법사금융 간담회 자료</dc:title>
  <dc:subject>Presentation</dc:subject>
  <dc:creator>mangoboard.net_53305923</dc:creator>
  <cp:lastModifiedBy>FSC</cp:lastModifiedBy>
  <cp:revision>2</cp:revision>
  <dcterms:created xsi:type="dcterms:W3CDTF">2026-03-04T09:08:22Z</dcterms:created>
  <dcterms:modified xsi:type="dcterms:W3CDTF">2026-03-05T04:25:23Z</dcterms:modified>
</cp:coreProperties>
</file>